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veat Brush" charset="1" panose="00000000000000000000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326" y="2537736"/>
            <a:ext cx="15160808" cy="5211528"/>
          </a:xfrm>
          <a:custGeom>
            <a:avLst/>
            <a:gdLst/>
            <a:ahLst/>
            <a:cxnLst/>
            <a:rect r="r" b="b" t="t" l="l"/>
            <a:pathLst>
              <a:path h="5211528" w="15160808">
                <a:moveTo>
                  <a:pt x="0" y="0"/>
                </a:moveTo>
                <a:lnTo>
                  <a:pt x="15160808" y="0"/>
                </a:lnTo>
                <a:lnTo>
                  <a:pt x="15160808" y="5211528"/>
                </a:lnTo>
                <a:lnTo>
                  <a:pt x="0" y="5211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50381" y="7749264"/>
            <a:ext cx="4893558" cy="4166824"/>
          </a:xfrm>
          <a:custGeom>
            <a:avLst/>
            <a:gdLst/>
            <a:ahLst/>
            <a:cxnLst/>
            <a:rect r="r" b="b" t="t" l="l"/>
            <a:pathLst>
              <a:path h="4166824" w="4893558">
                <a:moveTo>
                  <a:pt x="0" y="0"/>
                </a:moveTo>
                <a:lnTo>
                  <a:pt x="4893558" y="0"/>
                </a:lnTo>
                <a:lnTo>
                  <a:pt x="4893558" y="4166824"/>
                </a:lnTo>
                <a:lnTo>
                  <a:pt x="0" y="416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27043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48739" y="8653775"/>
            <a:ext cx="2635753" cy="2357801"/>
          </a:xfrm>
          <a:custGeom>
            <a:avLst/>
            <a:gdLst/>
            <a:ahLst/>
            <a:cxnLst/>
            <a:rect r="r" b="b" t="t" l="l"/>
            <a:pathLst>
              <a:path h="2357801" w="2635753">
                <a:moveTo>
                  <a:pt x="0" y="0"/>
                </a:moveTo>
                <a:lnTo>
                  <a:pt x="2635754" y="0"/>
                </a:lnTo>
                <a:lnTo>
                  <a:pt x="2635754" y="2357801"/>
                </a:lnTo>
                <a:lnTo>
                  <a:pt x="0" y="2357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90850" y="3229340"/>
            <a:ext cx="13106300" cy="289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1"/>
              </a:lnSpc>
            </a:pPr>
            <a:r>
              <a:rPr lang="en-US" sz="1686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Tugas Presentasi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9128" y="6005876"/>
            <a:ext cx="6661204" cy="217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4"/>
              </a:lnSpc>
            </a:pPr>
            <a:r>
              <a:rPr lang="en-US" sz="628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CHILA LUTFIANA BELLA</a:t>
            </a:r>
          </a:p>
          <a:p>
            <a:pPr algn="ctr">
              <a:lnSpc>
                <a:spcPts val="8794"/>
              </a:lnSpc>
            </a:pPr>
            <a:r>
              <a:rPr lang="en-US" sz="628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MAULINDA LESTARI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503" y="1586829"/>
            <a:ext cx="14206428" cy="7671471"/>
          </a:xfrm>
          <a:custGeom>
            <a:avLst/>
            <a:gdLst/>
            <a:ahLst/>
            <a:cxnLst/>
            <a:rect r="r" b="b" t="t" l="l"/>
            <a:pathLst>
              <a:path h="7671471" w="14206428">
                <a:moveTo>
                  <a:pt x="0" y="0"/>
                </a:moveTo>
                <a:lnTo>
                  <a:pt x="14206428" y="0"/>
                </a:lnTo>
                <a:lnTo>
                  <a:pt x="14206428" y="7671471"/>
                </a:lnTo>
                <a:lnTo>
                  <a:pt x="0" y="767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391" y="7447208"/>
            <a:ext cx="4020176" cy="2537736"/>
          </a:xfrm>
          <a:custGeom>
            <a:avLst/>
            <a:gdLst/>
            <a:ahLst/>
            <a:cxnLst/>
            <a:rect r="r" b="b" t="t" l="l"/>
            <a:pathLst>
              <a:path h="2537736" w="4020176">
                <a:moveTo>
                  <a:pt x="0" y="0"/>
                </a:moveTo>
                <a:lnTo>
                  <a:pt x="4020176" y="0"/>
                </a:lnTo>
                <a:lnTo>
                  <a:pt x="4020176" y="2537736"/>
                </a:lnTo>
                <a:lnTo>
                  <a:pt x="0" y="2537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45" y="7174888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3" y="0"/>
                </a:lnTo>
                <a:lnTo>
                  <a:pt x="4265183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5938" y="8169061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2" y="0"/>
                </a:lnTo>
                <a:lnTo>
                  <a:pt x="4265182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2236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09" y="623256"/>
            <a:ext cx="4567120" cy="4085496"/>
          </a:xfrm>
          <a:custGeom>
            <a:avLst/>
            <a:gdLst/>
            <a:ahLst/>
            <a:cxnLst/>
            <a:rect r="r" b="b" t="t" l="l"/>
            <a:pathLst>
              <a:path h="4085496" w="4567120">
                <a:moveTo>
                  <a:pt x="0" y="0"/>
                </a:moveTo>
                <a:lnTo>
                  <a:pt x="4567120" y="0"/>
                </a:lnTo>
                <a:lnTo>
                  <a:pt x="4567120" y="4085496"/>
                </a:lnTo>
                <a:lnTo>
                  <a:pt x="0" y="408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85606" y="1648581"/>
            <a:ext cx="6976989" cy="182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17"/>
              </a:lnSpc>
            </a:pPr>
            <a:r>
              <a:rPr lang="en-US" sz="1065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Pengertian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0886" y="4048316"/>
            <a:ext cx="13647662" cy="349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 b="true">
                <a:solidFill>
                  <a:srgbClr val="496CB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Materi IoT (Internet of Things)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IoT adalah konsep di mana berbagai perangkat fisik (seperti lampu, AC, CCTV, mobil, mesin, sensor) terhubung ke internet sehingga bisa mengirim data, menerima data, dan bekerja secara otomatis.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503" y="1586829"/>
            <a:ext cx="14206428" cy="7671471"/>
          </a:xfrm>
          <a:custGeom>
            <a:avLst/>
            <a:gdLst/>
            <a:ahLst/>
            <a:cxnLst/>
            <a:rect r="r" b="b" t="t" l="l"/>
            <a:pathLst>
              <a:path h="7671471" w="14206428">
                <a:moveTo>
                  <a:pt x="0" y="0"/>
                </a:moveTo>
                <a:lnTo>
                  <a:pt x="14206428" y="0"/>
                </a:lnTo>
                <a:lnTo>
                  <a:pt x="14206428" y="7671471"/>
                </a:lnTo>
                <a:lnTo>
                  <a:pt x="0" y="767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391" y="7447208"/>
            <a:ext cx="4020176" cy="2537736"/>
          </a:xfrm>
          <a:custGeom>
            <a:avLst/>
            <a:gdLst/>
            <a:ahLst/>
            <a:cxnLst/>
            <a:rect r="r" b="b" t="t" l="l"/>
            <a:pathLst>
              <a:path h="2537736" w="4020176">
                <a:moveTo>
                  <a:pt x="0" y="0"/>
                </a:moveTo>
                <a:lnTo>
                  <a:pt x="4020176" y="0"/>
                </a:lnTo>
                <a:lnTo>
                  <a:pt x="4020176" y="2537736"/>
                </a:lnTo>
                <a:lnTo>
                  <a:pt x="0" y="2537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45" y="7174888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3" y="0"/>
                </a:lnTo>
                <a:lnTo>
                  <a:pt x="4265183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5938" y="8169061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2" y="0"/>
                </a:lnTo>
                <a:lnTo>
                  <a:pt x="4265182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2236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09" y="623256"/>
            <a:ext cx="4567120" cy="4085496"/>
          </a:xfrm>
          <a:custGeom>
            <a:avLst/>
            <a:gdLst/>
            <a:ahLst/>
            <a:cxnLst/>
            <a:rect r="r" b="b" t="t" l="l"/>
            <a:pathLst>
              <a:path h="4085496" w="4567120">
                <a:moveTo>
                  <a:pt x="0" y="0"/>
                </a:moveTo>
                <a:lnTo>
                  <a:pt x="4567120" y="0"/>
                </a:lnTo>
                <a:lnTo>
                  <a:pt x="4567120" y="4085496"/>
                </a:lnTo>
                <a:lnTo>
                  <a:pt x="0" y="408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99526" y="1840721"/>
            <a:ext cx="5888949" cy="163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0"/>
              </a:lnSpc>
            </a:pPr>
            <a:r>
              <a:rPr lang="en-US" sz="9564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Komponen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8529" y="2699280"/>
            <a:ext cx="10587102" cy="96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1. Perangkat/Sensor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Mengumpulkan data (misal suhu, cahaya, gerakan).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2. Konektivitas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Menggunakan WiFi, Bluetooth, 4G/5G, atau LoRa.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3. Cloud/Server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Tempat data dikirim, disimpan, dan diproses.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4. Aplikasi</a:t>
            </a:r>
          </a:p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Digunakan pengguna untuk mengontrol perangkat (misal aplikasi smart home).</a:t>
            </a: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  <a:p>
            <a:pPr algn="l">
              <a:lnSpc>
                <a:spcPts val="368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503" y="1586829"/>
            <a:ext cx="14206428" cy="7671471"/>
          </a:xfrm>
          <a:custGeom>
            <a:avLst/>
            <a:gdLst/>
            <a:ahLst/>
            <a:cxnLst/>
            <a:rect r="r" b="b" t="t" l="l"/>
            <a:pathLst>
              <a:path h="7671471" w="14206428">
                <a:moveTo>
                  <a:pt x="0" y="0"/>
                </a:moveTo>
                <a:lnTo>
                  <a:pt x="14206428" y="0"/>
                </a:lnTo>
                <a:lnTo>
                  <a:pt x="14206428" y="7671471"/>
                </a:lnTo>
                <a:lnTo>
                  <a:pt x="0" y="767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391" y="7447208"/>
            <a:ext cx="4020176" cy="2537736"/>
          </a:xfrm>
          <a:custGeom>
            <a:avLst/>
            <a:gdLst/>
            <a:ahLst/>
            <a:cxnLst/>
            <a:rect r="r" b="b" t="t" l="l"/>
            <a:pathLst>
              <a:path h="2537736" w="4020176">
                <a:moveTo>
                  <a:pt x="0" y="0"/>
                </a:moveTo>
                <a:lnTo>
                  <a:pt x="4020176" y="0"/>
                </a:lnTo>
                <a:lnTo>
                  <a:pt x="4020176" y="2537736"/>
                </a:lnTo>
                <a:lnTo>
                  <a:pt x="0" y="2537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45" y="7174888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3" y="0"/>
                </a:lnTo>
                <a:lnTo>
                  <a:pt x="4265183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5938" y="8169061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2" y="0"/>
                </a:lnTo>
                <a:lnTo>
                  <a:pt x="4265182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2236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09" y="623256"/>
            <a:ext cx="4567120" cy="4085496"/>
          </a:xfrm>
          <a:custGeom>
            <a:avLst/>
            <a:gdLst/>
            <a:ahLst/>
            <a:cxnLst/>
            <a:rect r="r" b="b" t="t" l="l"/>
            <a:pathLst>
              <a:path h="4085496" w="4567120">
                <a:moveTo>
                  <a:pt x="0" y="0"/>
                </a:moveTo>
                <a:lnTo>
                  <a:pt x="4567120" y="0"/>
                </a:lnTo>
                <a:lnTo>
                  <a:pt x="4567120" y="4085496"/>
                </a:lnTo>
                <a:lnTo>
                  <a:pt x="0" y="408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36368" y="1648581"/>
            <a:ext cx="6875465" cy="182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17"/>
              </a:lnSpc>
            </a:pPr>
            <a:r>
              <a:rPr lang="en-US" sz="1065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Cara kerja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70757" y="3426252"/>
            <a:ext cx="9406687" cy="620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</a:p>
          <a:p>
            <a:pPr algn="ctr">
              <a:lnSpc>
                <a:spcPts val="4092"/>
              </a:lnSpc>
            </a:pPr>
            <a:r>
              <a:rPr lang="en-US" sz="2922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1. Sensor mendeteksi data →</a:t>
            </a:r>
          </a:p>
          <a:p>
            <a:pPr algn="ctr">
              <a:lnSpc>
                <a:spcPts val="4092"/>
              </a:lnSpc>
            </a:pPr>
          </a:p>
          <a:p>
            <a:pPr algn="ctr">
              <a:lnSpc>
                <a:spcPts val="4092"/>
              </a:lnSpc>
            </a:pPr>
            <a:r>
              <a:rPr lang="en-US" sz="2922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2. Data dikirim lewat jaringan →</a:t>
            </a:r>
          </a:p>
          <a:p>
            <a:pPr algn="ctr">
              <a:lnSpc>
                <a:spcPts val="4092"/>
              </a:lnSpc>
            </a:pPr>
          </a:p>
          <a:p>
            <a:pPr algn="ctr">
              <a:lnSpc>
                <a:spcPts val="4092"/>
              </a:lnSpc>
            </a:pPr>
            <a:r>
              <a:rPr lang="en-US" sz="2922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3. Disimpan/diolah di cloud →</a:t>
            </a:r>
          </a:p>
          <a:p>
            <a:pPr algn="ctr">
              <a:lnSpc>
                <a:spcPts val="4092"/>
              </a:lnSpc>
            </a:pPr>
          </a:p>
          <a:p>
            <a:pPr algn="ctr">
              <a:lnSpc>
                <a:spcPts val="4092"/>
              </a:lnSpc>
            </a:pPr>
            <a:r>
              <a:rPr lang="en-US" sz="2922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4. Perangkat mengeksekusi perintah (otomatis atau manual dari aplikasi).</a:t>
            </a:r>
          </a:p>
          <a:p>
            <a:pPr algn="ctr">
              <a:lnSpc>
                <a:spcPts val="4092"/>
              </a:lnSpc>
            </a:pPr>
          </a:p>
          <a:p>
            <a:pPr algn="ctr">
              <a:lnSpc>
                <a:spcPts val="4092"/>
              </a:lnSpc>
            </a:pPr>
          </a:p>
          <a:p>
            <a:pPr algn="ctr">
              <a:lnSpc>
                <a:spcPts val="409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503" y="1586829"/>
            <a:ext cx="14206428" cy="7671471"/>
          </a:xfrm>
          <a:custGeom>
            <a:avLst/>
            <a:gdLst/>
            <a:ahLst/>
            <a:cxnLst/>
            <a:rect r="r" b="b" t="t" l="l"/>
            <a:pathLst>
              <a:path h="7671471" w="14206428">
                <a:moveTo>
                  <a:pt x="0" y="0"/>
                </a:moveTo>
                <a:lnTo>
                  <a:pt x="14206428" y="0"/>
                </a:lnTo>
                <a:lnTo>
                  <a:pt x="14206428" y="7671471"/>
                </a:lnTo>
                <a:lnTo>
                  <a:pt x="0" y="767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391" y="7447208"/>
            <a:ext cx="4020176" cy="2537736"/>
          </a:xfrm>
          <a:custGeom>
            <a:avLst/>
            <a:gdLst/>
            <a:ahLst/>
            <a:cxnLst/>
            <a:rect r="r" b="b" t="t" l="l"/>
            <a:pathLst>
              <a:path h="2537736" w="4020176">
                <a:moveTo>
                  <a:pt x="0" y="0"/>
                </a:moveTo>
                <a:lnTo>
                  <a:pt x="4020176" y="0"/>
                </a:lnTo>
                <a:lnTo>
                  <a:pt x="4020176" y="2537736"/>
                </a:lnTo>
                <a:lnTo>
                  <a:pt x="0" y="2537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45" y="7174888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3" y="0"/>
                </a:lnTo>
                <a:lnTo>
                  <a:pt x="4265183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5938" y="8169061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2" y="0"/>
                </a:lnTo>
                <a:lnTo>
                  <a:pt x="4265182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2236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09" y="623256"/>
            <a:ext cx="4567120" cy="4085496"/>
          </a:xfrm>
          <a:custGeom>
            <a:avLst/>
            <a:gdLst/>
            <a:ahLst/>
            <a:cxnLst/>
            <a:rect r="r" b="b" t="t" l="l"/>
            <a:pathLst>
              <a:path h="4085496" w="4567120">
                <a:moveTo>
                  <a:pt x="0" y="0"/>
                </a:moveTo>
                <a:lnTo>
                  <a:pt x="4567120" y="0"/>
                </a:lnTo>
                <a:lnTo>
                  <a:pt x="4567120" y="4085496"/>
                </a:lnTo>
                <a:lnTo>
                  <a:pt x="0" y="408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24828" y="1648581"/>
            <a:ext cx="10359866" cy="182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17"/>
              </a:lnSpc>
            </a:pPr>
            <a:r>
              <a:rPr lang="en-US" sz="1065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Contoh penerapan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21679" y="2782846"/>
            <a:ext cx="10682800" cy="802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Smart Home: lampu, CCTV, AC bisa dikontrol lewat HP.</a:t>
            </a: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Smartwatch: memantau detak jantung dan langkah.</a:t>
            </a: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Smart Agriculture: sensor tanah menyiram tanaman otomatis.</a:t>
            </a: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Smart City: lampu jalan otomatis, CCTV terhubung pusat kontrol.</a:t>
            </a: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Smart Car: mobil terhubung aplikasi dan sistem navigasi.</a:t>
            </a: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503" y="1586829"/>
            <a:ext cx="14206428" cy="7671471"/>
          </a:xfrm>
          <a:custGeom>
            <a:avLst/>
            <a:gdLst/>
            <a:ahLst/>
            <a:cxnLst/>
            <a:rect r="r" b="b" t="t" l="l"/>
            <a:pathLst>
              <a:path h="7671471" w="14206428">
                <a:moveTo>
                  <a:pt x="0" y="0"/>
                </a:moveTo>
                <a:lnTo>
                  <a:pt x="14206428" y="0"/>
                </a:lnTo>
                <a:lnTo>
                  <a:pt x="14206428" y="7671471"/>
                </a:lnTo>
                <a:lnTo>
                  <a:pt x="0" y="767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391" y="7447208"/>
            <a:ext cx="4020176" cy="2537736"/>
          </a:xfrm>
          <a:custGeom>
            <a:avLst/>
            <a:gdLst/>
            <a:ahLst/>
            <a:cxnLst/>
            <a:rect r="r" b="b" t="t" l="l"/>
            <a:pathLst>
              <a:path h="2537736" w="4020176">
                <a:moveTo>
                  <a:pt x="0" y="0"/>
                </a:moveTo>
                <a:lnTo>
                  <a:pt x="4020176" y="0"/>
                </a:lnTo>
                <a:lnTo>
                  <a:pt x="4020176" y="2537736"/>
                </a:lnTo>
                <a:lnTo>
                  <a:pt x="0" y="2537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45" y="7174888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3" y="0"/>
                </a:lnTo>
                <a:lnTo>
                  <a:pt x="4265183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5938" y="8169061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2" y="0"/>
                </a:lnTo>
                <a:lnTo>
                  <a:pt x="4265182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2236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09" y="623256"/>
            <a:ext cx="4567120" cy="4085496"/>
          </a:xfrm>
          <a:custGeom>
            <a:avLst/>
            <a:gdLst/>
            <a:ahLst/>
            <a:cxnLst/>
            <a:rect r="r" b="b" t="t" l="l"/>
            <a:pathLst>
              <a:path h="4085496" w="4567120">
                <a:moveTo>
                  <a:pt x="0" y="0"/>
                </a:moveTo>
                <a:lnTo>
                  <a:pt x="4567120" y="0"/>
                </a:lnTo>
                <a:lnTo>
                  <a:pt x="4567120" y="4085496"/>
                </a:lnTo>
                <a:lnTo>
                  <a:pt x="0" y="408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73701" y="1648581"/>
            <a:ext cx="6600798" cy="182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17"/>
              </a:lnSpc>
            </a:pPr>
            <a:r>
              <a:rPr lang="en-US" sz="1065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Kelebihan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00" y="2728472"/>
            <a:ext cx="16370400" cy="782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  <a:r>
              <a:rPr lang="en-US" sz="3397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Mempermudah pekerjaan.</a:t>
            </a: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  <a:r>
              <a:rPr lang="en-US" sz="3397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Otomatis dan efisien.</a:t>
            </a: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  <a:r>
              <a:rPr lang="en-US" sz="3397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Hemat waktu dan tenaga.</a:t>
            </a: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  <a:r>
              <a:rPr lang="en-US" sz="3397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Akurasi data tinggi.</a:t>
            </a: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</a:p>
          <a:p>
            <a:pPr algn="ctr">
              <a:lnSpc>
                <a:spcPts val="475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503" y="1586829"/>
            <a:ext cx="14206428" cy="7671471"/>
          </a:xfrm>
          <a:custGeom>
            <a:avLst/>
            <a:gdLst/>
            <a:ahLst/>
            <a:cxnLst/>
            <a:rect r="r" b="b" t="t" l="l"/>
            <a:pathLst>
              <a:path h="7671471" w="14206428">
                <a:moveTo>
                  <a:pt x="0" y="0"/>
                </a:moveTo>
                <a:lnTo>
                  <a:pt x="14206428" y="0"/>
                </a:lnTo>
                <a:lnTo>
                  <a:pt x="14206428" y="7671471"/>
                </a:lnTo>
                <a:lnTo>
                  <a:pt x="0" y="767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391" y="7447208"/>
            <a:ext cx="4020176" cy="2537736"/>
          </a:xfrm>
          <a:custGeom>
            <a:avLst/>
            <a:gdLst/>
            <a:ahLst/>
            <a:cxnLst/>
            <a:rect r="r" b="b" t="t" l="l"/>
            <a:pathLst>
              <a:path h="2537736" w="4020176">
                <a:moveTo>
                  <a:pt x="0" y="0"/>
                </a:moveTo>
                <a:lnTo>
                  <a:pt x="4020176" y="0"/>
                </a:lnTo>
                <a:lnTo>
                  <a:pt x="4020176" y="2537736"/>
                </a:lnTo>
                <a:lnTo>
                  <a:pt x="0" y="2537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645" y="7174888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3" y="0"/>
                </a:lnTo>
                <a:lnTo>
                  <a:pt x="4265183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5938" y="8169061"/>
            <a:ext cx="4265182" cy="3631767"/>
          </a:xfrm>
          <a:custGeom>
            <a:avLst/>
            <a:gdLst/>
            <a:ahLst/>
            <a:cxnLst/>
            <a:rect r="r" b="b" t="t" l="l"/>
            <a:pathLst>
              <a:path h="3631767" w="4265182">
                <a:moveTo>
                  <a:pt x="0" y="0"/>
                </a:moveTo>
                <a:lnTo>
                  <a:pt x="4265182" y="0"/>
                </a:lnTo>
                <a:lnTo>
                  <a:pt x="4265182" y="3631767"/>
                </a:lnTo>
                <a:lnTo>
                  <a:pt x="0" y="363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2236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409" y="623256"/>
            <a:ext cx="4567120" cy="4085496"/>
          </a:xfrm>
          <a:custGeom>
            <a:avLst/>
            <a:gdLst/>
            <a:ahLst/>
            <a:cxnLst/>
            <a:rect r="r" b="b" t="t" l="l"/>
            <a:pathLst>
              <a:path h="4085496" w="4567120">
                <a:moveTo>
                  <a:pt x="0" y="0"/>
                </a:moveTo>
                <a:lnTo>
                  <a:pt x="4567120" y="0"/>
                </a:lnTo>
                <a:lnTo>
                  <a:pt x="4567120" y="4085496"/>
                </a:lnTo>
                <a:lnTo>
                  <a:pt x="0" y="408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55436" y="1648581"/>
            <a:ext cx="7637327" cy="182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17"/>
              </a:lnSpc>
            </a:pPr>
            <a:r>
              <a:rPr lang="en-US" sz="1065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Kekurangan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39800" y="2672837"/>
            <a:ext cx="18427800" cy="81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  <a:r>
              <a:rPr lang="en-US" sz="382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Butuh koneksi internet stabil.</a:t>
            </a: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  <a:r>
              <a:rPr lang="en-US" sz="382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Risiko keamanan data (hacking).</a:t>
            </a: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  <a:r>
              <a:rPr lang="en-US" sz="3824">
                <a:solidFill>
                  <a:srgbClr val="496CBE"/>
                </a:solidFill>
                <a:latin typeface="Open Sans"/>
                <a:ea typeface="Open Sans"/>
                <a:cs typeface="Open Sans"/>
                <a:sym typeface="Open Sans"/>
              </a:rPr>
              <a:t>Biaya perangkat tertentu lebih mahal.</a:t>
            </a: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</a:p>
          <a:p>
            <a:pPr algn="ctr">
              <a:lnSpc>
                <a:spcPts val="535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11" r="0" b="-3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326" y="2537736"/>
            <a:ext cx="15160808" cy="5211528"/>
          </a:xfrm>
          <a:custGeom>
            <a:avLst/>
            <a:gdLst/>
            <a:ahLst/>
            <a:cxnLst/>
            <a:rect r="r" b="b" t="t" l="l"/>
            <a:pathLst>
              <a:path h="5211528" w="15160808">
                <a:moveTo>
                  <a:pt x="0" y="0"/>
                </a:moveTo>
                <a:lnTo>
                  <a:pt x="15160808" y="0"/>
                </a:lnTo>
                <a:lnTo>
                  <a:pt x="15160808" y="5211528"/>
                </a:lnTo>
                <a:lnTo>
                  <a:pt x="0" y="5211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50381" y="7749264"/>
            <a:ext cx="4893558" cy="4166824"/>
          </a:xfrm>
          <a:custGeom>
            <a:avLst/>
            <a:gdLst/>
            <a:ahLst/>
            <a:cxnLst/>
            <a:rect r="r" b="b" t="t" l="l"/>
            <a:pathLst>
              <a:path h="4166824" w="4893558">
                <a:moveTo>
                  <a:pt x="0" y="0"/>
                </a:moveTo>
                <a:lnTo>
                  <a:pt x="4893558" y="0"/>
                </a:lnTo>
                <a:lnTo>
                  <a:pt x="4893558" y="4166824"/>
                </a:lnTo>
                <a:lnTo>
                  <a:pt x="0" y="416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27043" y="7448234"/>
            <a:ext cx="2818592" cy="5677532"/>
          </a:xfrm>
          <a:custGeom>
            <a:avLst/>
            <a:gdLst/>
            <a:ahLst/>
            <a:cxnLst/>
            <a:rect r="r" b="b" t="t" l="l"/>
            <a:pathLst>
              <a:path h="5677532" w="2818592">
                <a:moveTo>
                  <a:pt x="0" y="0"/>
                </a:moveTo>
                <a:lnTo>
                  <a:pt x="2818592" y="0"/>
                </a:lnTo>
                <a:lnTo>
                  <a:pt x="2818592" y="5677532"/>
                </a:lnTo>
                <a:lnTo>
                  <a:pt x="0" y="5677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48739" y="8653775"/>
            <a:ext cx="2635753" cy="2357801"/>
          </a:xfrm>
          <a:custGeom>
            <a:avLst/>
            <a:gdLst/>
            <a:ahLst/>
            <a:cxnLst/>
            <a:rect r="r" b="b" t="t" l="l"/>
            <a:pathLst>
              <a:path h="2357801" w="2635753">
                <a:moveTo>
                  <a:pt x="0" y="0"/>
                </a:moveTo>
                <a:lnTo>
                  <a:pt x="2635754" y="0"/>
                </a:lnTo>
                <a:lnTo>
                  <a:pt x="2635754" y="2357801"/>
                </a:lnTo>
                <a:lnTo>
                  <a:pt x="0" y="2357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9484" y="2078328"/>
            <a:ext cx="12755351" cy="509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8"/>
              </a:lnSpc>
            </a:pPr>
            <a:r>
              <a:rPr lang="en-US" sz="20525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Sekian &amp; Terima kasih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13398" y="6602643"/>
            <a:ext cx="6661204" cy="217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4"/>
              </a:lnSpc>
            </a:pPr>
            <a:r>
              <a:rPr lang="en-US" sz="628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CHILA LUTFIANA BELLA</a:t>
            </a:r>
          </a:p>
          <a:p>
            <a:pPr algn="ctr">
              <a:lnSpc>
                <a:spcPts val="8794"/>
              </a:lnSpc>
            </a:pPr>
            <a:r>
              <a:rPr lang="en-US" sz="6281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MAULINDA LESTARI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DAG5SRYrUes</dc:identifier>
  <dcterms:modified xsi:type="dcterms:W3CDTF">2011-08-01T06:04:30Z</dcterms:modified>
  <cp:revision>1</cp:revision>
  <dc:title>Biru dan Putih Bermain-main Bertema Laut Presentasi</dc:title>
</cp:coreProperties>
</file>